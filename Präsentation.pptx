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40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47262C-36FE-4619-AB8E-9CBDC43D5F51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64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64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200" cy="82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200" cy="368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72ED27-44BB-4CAD-87CE-9B31F65FA2BB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E7D78F-CEEB-40F1-9B09-3A4539843700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418E84-6338-4FC7-981F-928C1F78D129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DBC791-D4F3-40EE-BA1D-BF079F0329A3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200" cy="159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120" cy="48726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200" cy="381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6D7F4D-7065-4636-B90E-197998766D10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58FDB7-A2D6-491C-8A70-CC8D3FDE108D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8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Format des Gliederungstextes durch Klicken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Gliederungsebene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Gliederungsebene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C60531-82F7-4C79-8EB8-7E4F53140BE4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00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160" cy="5810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B50E9A-9BDA-4029-AE3F-BB470B59E237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Mastertextformat bearbeiten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Zweite Ebene</a:t>
            </a:r>
            <a:endParaRPr lang="de-DE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Dritte 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Vierte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Fünfte Ebene</a:t>
            </a:r>
            <a:endParaRPr lang="de-DE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F3A271-1008-4C3C-8608-E8E138B86BCC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520" cy="2851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Mastertitelformat bearbeiten</a:t>
            </a:r>
            <a:endParaRPr lang="de-DE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5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de-DE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Mastertextformat bearbeiten</a:t>
            </a:r>
            <a:endParaRPr lang="de-DE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&lt;Datum/Uhrzeit&gt;</a:t>
            </a:r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AT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AT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D18051-B44A-40BD-B77D-3AE23986BB31}" type="slidenum">
              <a:rPr lang="de-AT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&lt;Foliennummer&gt;</a:t>
            </a:fld>
            <a:endParaRPr lang="de-AT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0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0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39000" y="639360"/>
            <a:ext cx="3570840" cy="357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66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Schach Spiel </a:t>
            </a:r>
            <a:endParaRPr lang="de-DE" sz="66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639000" y="4631040"/>
            <a:ext cx="3570840" cy="1558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Von Sandro Exenberger und Christoph Widner </a:t>
            </a:r>
            <a:endParaRPr lang="de-AT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ketch lin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320" y="4409280"/>
            <a:ext cx="3254040" cy="17280"/>
          </a:xfrm>
          <a:custGeom>
            <a:avLst/>
            <a:gdLst>
              <a:gd name="textAreaLeft" fmla="*/ 0 w 3254040"/>
              <a:gd name="textAreaRight" fmla="*/ 3255120 w 3254040"/>
              <a:gd name="textAreaTop" fmla="*/ 0 h 17280"/>
              <a:gd name="textAreaBottom" fmla="*/ 18360 h 17280"/>
              <a:gd name="GluePoint1X" fmla="*/ 0 w 3255095"/>
              <a:gd name="GluePoint1Y" fmla="*/ 0 h 18288"/>
              <a:gd name="GluePoint2X" fmla="*/ 618468 w 3255095"/>
              <a:gd name="GluePoint2Y" fmla="*/ 0 h 18288"/>
              <a:gd name="GluePoint3X" fmla="*/ 1269487 w 3255095"/>
              <a:gd name="GluePoint3Y" fmla="*/ 0 h 18288"/>
              <a:gd name="GluePoint4X" fmla="*/ 1953057 w 3255095"/>
              <a:gd name="GluePoint4Y" fmla="*/ 0 h 18288"/>
              <a:gd name="GluePoint5X" fmla="*/ 2636627 w 3255095"/>
              <a:gd name="GluePoint5Y" fmla="*/ 0 h 18288"/>
              <a:gd name="GluePoint6X" fmla="*/ 3255095 w 3255095"/>
              <a:gd name="GluePoint6Y" fmla="*/ 0 h 18288"/>
              <a:gd name="GluePoint7X" fmla="*/ 3255095 w 3255095"/>
              <a:gd name="GluePoint7Y" fmla="*/ 18288 h 18288"/>
              <a:gd name="GluePoint8X" fmla="*/ 2538974 w 3255095"/>
              <a:gd name="GluePoint8Y" fmla="*/ 18288 h 18288"/>
              <a:gd name="GluePoint9X" fmla="*/ 1822853 w 3255095"/>
              <a:gd name="GluePoint9Y" fmla="*/ 18288 h 18288"/>
              <a:gd name="GluePoint10X" fmla="*/ 1171834 w 3255095"/>
              <a:gd name="GluePoint10Y" fmla="*/ 18288 h 18288"/>
              <a:gd name="GluePoint11X" fmla="*/ 0 w 3255095"/>
              <a:gd name="GluePoint11Y" fmla="*/ 18288 h 18288"/>
              <a:gd name="GluePoint12X" fmla="*/ 0 w 3255095"/>
              <a:gd name="GluePoint12Y" fmla="*/ 0 h 1828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fill="none" w="3255095" h="18288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stroke="0" w="3255095" h="18288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cap="rnd" w="38100">
            <a:solidFill>
              <a:srgbClr val="E9713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-26640" rIns="90000" bIns="-26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64" name="Grafik 4"/>
          <p:cNvPicPr/>
          <p:nvPr/>
        </p:nvPicPr>
        <p:blipFill>
          <a:blip r:embed="rId1"/>
          <a:stretch/>
        </p:blipFill>
        <p:spPr>
          <a:xfrm>
            <a:off x="4654440" y="655560"/>
            <a:ext cx="7213680" cy="5518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Agenda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Was haben wir umgesetzt?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Funktion inkl. Live Demo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Code Beispiel Christoph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Code Beispiel Sandro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Unsere Issues</a:t>
            </a: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5280" y="669960"/>
            <a:ext cx="4799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lt1"/>
                </a:solidFill>
                <a:effectLst/>
                <a:uFillTx/>
                <a:latin typeface="Aptos Display"/>
              </a:rPr>
              <a:t>Was haben wir umgesetzt? 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cxnSp>
        <p:nvCxnSpPr>
          <p:cNvPr id="69" name="Straight Connector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0" y="2026080"/>
            <a:ext cx="6096960" cy="1080"/>
          </a:xfrm>
          <a:prstGeom prst="straightConnector1">
            <a:avLst/>
          </a:prstGeom>
          <a:ln w="0">
            <a:solidFill>
              <a:srgbClr val="E97132"/>
            </a:solidFill>
          </a:ln>
        </p:spPr>
      </p:cxn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1295280" y="2288880"/>
            <a:ext cx="4799520" cy="371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GUI mittels tkinter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(Christoph)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Multiplayer Funktion (1 vs 1)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	</a:t>
            </a: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(Sandro)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71" name="Grafik 6"/>
          <p:cNvPicPr/>
          <p:nvPr/>
        </p:nvPicPr>
        <p:blipFill>
          <a:blip r:embed="rId1"/>
          <a:stretch/>
        </p:blipFill>
        <p:spPr>
          <a:xfrm>
            <a:off x="6761160" y="370080"/>
            <a:ext cx="3355560" cy="278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1760" y="182880"/>
            <a:ext cx="3995280" cy="3176280"/>
          </a:xfrm>
          <a:prstGeom prst="rect">
            <a:avLst/>
          </a:prstGeom>
          <a:noFill/>
          <a:ln w="12700">
            <a:solidFill>
              <a:srgbClr val="E971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pic>
        <p:nvPicPr>
          <p:cNvPr id="73" name="Grafik 4"/>
          <p:cNvPicPr/>
          <p:nvPr/>
        </p:nvPicPr>
        <p:blipFill>
          <a:blip r:embed="rId2"/>
          <a:stretch/>
        </p:blipFill>
        <p:spPr>
          <a:xfrm>
            <a:off x="8038800" y="3758760"/>
            <a:ext cx="3587400" cy="272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24960" y="3543120"/>
            <a:ext cx="3995280" cy="3176280"/>
          </a:xfrm>
          <a:prstGeom prst="rect">
            <a:avLst/>
          </a:prstGeom>
          <a:noFill/>
          <a:ln w="12700">
            <a:solidFill>
              <a:srgbClr val="E9713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5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20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6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360"/>
            <a:ext cx="12191040" cy="1575000"/>
          </a:xfrm>
          <a:prstGeom prst="rect">
            <a:avLst/>
          </a:prstGeom>
          <a:gradFill rotWithShape="0">
            <a:gsLst>
              <a:gs pos="0">
                <a:srgbClr val="0B3041"/>
              </a:gs>
              <a:gs pos="100000">
                <a:srgbClr val="104862"/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7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8129160" y="1080"/>
            <a:ext cx="4062240" cy="1575360"/>
          </a:xfrm>
          <a:prstGeom prst="rect">
            <a:avLst/>
          </a:prstGeom>
          <a:gradFill rotWithShape="0">
            <a:gsLst>
              <a:gs pos="19000">
                <a:srgbClr val="0B3041">
                  <a:alpha val="68000"/>
                </a:srgbClr>
              </a:gs>
              <a:gs pos="100000">
                <a:srgbClr val="156082">
                  <a:alpha val="79000"/>
                </a:srgbClr>
              </a:gs>
            </a:gsLst>
            <a:lin ang="2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" name="Rectangl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>
            <a:off x="5308920" y="-5307840"/>
            <a:ext cx="1575360" cy="12191040"/>
          </a:xfrm>
          <a:prstGeom prst="rect">
            <a:avLst/>
          </a:prstGeom>
          <a:gradFill rotWithShape="0"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" name="Rectangl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25360" y="1080"/>
            <a:ext cx="4302360" cy="1574280"/>
          </a:xfrm>
          <a:prstGeom prst="rect">
            <a:avLst/>
          </a:prstGeom>
          <a:gradFill rotWithShape="0">
            <a:gsLst>
              <a:gs pos="0">
                <a:srgbClr val="156082">
                  <a:alpha val="17000"/>
                </a:srgbClr>
              </a:gs>
              <a:gs pos="74000">
                <a:srgbClr val="0B3041">
                  <a:alpha val="0"/>
                </a:srgbClr>
              </a:gs>
            </a:gsLst>
            <a:lin ang="14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99840" y="353160"/>
            <a:ext cx="7090200" cy="89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Funktionsvorstellung</a:t>
            </a:r>
            <a:endParaRPr lang="de-DE" sz="4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81" name="Grafik 4"/>
          <p:cNvPicPr/>
          <p:nvPr/>
        </p:nvPicPr>
        <p:blipFill>
          <a:blip r:embed="rId1"/>
          <a:stretch/>
        </p:blipFill>
        <p:spPr>
          <a:xfrm>
            <a:off x="715680" y="2193480"/>
            <a:ext cx="5130000" cy="397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Inhaltsplatzhalter 6"/>
          <p:cNvPicPr/>
          <p:nvPr/>
        </p:nvPicPr>
        <p:blipFill>
          <a:blip r:embed="rId2"/>
          <a:stretch/>
        </p:blipFill>
        <p:spPr>
          <a:xfrm>
            <a:off x="6345000" y="2217960"/>
            <a:ext cx="4840200" cy="3996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3" name="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4" name="Rectangl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rot="10800000">
            <a:off x="360" y="1080"/>
            <a:ext cx="12191040" cy="1575000"/>
          </a:xfrm>
          <a:prstGeom prst="rect">
            <a:avLst/>
          </a:prstGeom>
          <a:gradFill rotWithShape="0">
            <a:gsLst>
              <a:gs pos="0">
                <a:srgbClr val="000000">
                  <a:alpha val="96000"/>
                </a:srgbClr>
              </a:gs>
              <a:gs pos="100000">
                <a:srgbClr val="104862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5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127720" cy="1574280"/>
          </a:xfrm>
          <a:prstGeom prst="rect">
            <a:avLst/>
          </a:prstGeom>
          <a:gradFill rotWithShape="0">
            <a:gsLst>
              <a:gs pos="0">
                <a:srgbClr val="156082">
                  <a:alpha val="41000"/>
                </a:srgbClr>
              </a:gs>
              <a:gs pos="74000">
                <a:srgbClr val="46B1E1">
                  <a:alpha val="0"/>
                </a:srgbClr>
              </a:gs>
            </a:gsLst>
            <a:lin ang="8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0" y="0"/>
            <a:ext cx="12191040" cy="1573200"/>
          </a:xfrm>
          <a:prstGeom prst="rect">
            <a:avLst/>
          </a:prstGeom>
          <a:gradFill rotWithShape="0">
            <a:gsLst>
              <a:gs pos="0">
                <a:srgbClr val="000000">
                  <a:alpha val="63000"/>
                </a:srgbClr>
              </a:gs>
              <a:gs pos="78000">
                <a:srgbClr val="156082">
                  <a:alpha val="15000"/>
                </a:srgbClr>
              </a:gs>
            </a:gsLst>
            <a:lin ang="168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99840" y="248040"/>
            <a:ext cx="7062480" cy="115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ptos Display"/>
              </a:rPr>
              <a:t>Code Beispiel Christoph</a:t>
            </a:r>
            <a:endParaRPr lang="de-DE" sz="4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8572320" y="390960"/>
            <a:ext cx="3232440" cy="87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Bauerntransformation 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89" name="Grafik 4"/>
          <p:cNvPicPr/>
          <p:nvPr/>
        </p:nvPicPr>
        <p:blipFill>
          <a:blip r:embed="rId1"/>
          <a:stretch/>
        </p:blipFill>
        <p:spPr>
          <a:xfrm>
            <a:off x="432360" y="2127600"/>
            <a:ext cx="11326320" cy="412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Code Beispiel Sandro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92" name=""/>
          <p:cNvPicPr/>
          <p:nvPr/>
        </p:nvPicPr>
        <p:blipFill>
          <a:blip r:embed="rId1"/>
          <a:stretch/>
        </p:blipFill>
        <p:spPr>
          <a:xfrm>
            <a:off x="5793120" y="2520000"/>
            <a:ext cx="6086520" cy="3294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3" name=""/>
          <p:cNvPicPr/>
          <p:nvPr/>
        </p:nvPicPr>
        <p:blipFill>
          <a:blip r:embed="rId2"/>
          <a:stretch/>
        </p:blipFill>
        <p:spPr>
          <a:xfrm>
            <a:off x="471960" y="2520000"/>
            <a:ext cx="5107680" cy="3262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Unsere Issues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pic>
        <p:nvPicPr>
          <p:cNvPr id="95" name="Inhaltsplatzhalter 4"/>
          <p:cNvPicPr/>
          <p:nvPr/>
        </p:nvPicPr>
        <p:blipFill>
          <a:blip r:embed="rId1"/>
          <a:stretch/>
        </p:blipFill>
        <p:spPr>
          <a:xfrm>
            <a:off x="838080" y="1453320"/>
            <a:ext cx="4329360" cy="435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Grafik 8"/>
          <p:cNvPicPr/>
          <p:nvPr/>
        </p:nvPicPr>
        <p:blipFill>
          <a:blip r:embed="rId2"/>
          <a:stretch/>
        </p:blipFill>
        <p:spPr>
          <a:xfrm>
            <a:off x="5400000" y="3420000"/>
            <a:ext cx="6569640" cy="35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7" name=""/>
          <p:cNvPicPr/>
          <p:nvPr/>
        </p:nvPicPr>
        <p:blipFill>
          <a:blip r:embed="rId3"/>
          <a:stretch/>
        </p:blipFill>
        <p:spPr>
          <a:xfrm>
            <a:off x="5400000" y="2520000"/>
            <a:ext cx="6519600" cy="38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 txBox="1"/>
          <p:nvPr/>
        </p:nvSpPr>
        <p:spPr>
          <a:xfrm>
            <a:off x="2715120" y="2260440"/>
            <a:ext cx="6876000" cy="2394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# PROBLEM: Python-Format (Dictionary mit Tupeln als Schlüssel)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pieces = {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(4, 7): {"type": "king", "color": "white"}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# LÖSUNG: JSON-Format (Tupel wird zu String konvertiert)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pieces_json = {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   "4,7": {"type": "king", "color": "white"}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AT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}</a:t>
            </a:r>
            <a:endParaRPr lang="de-AT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1"/>
          <a:stretch/>
        </p:blipFill>
        <p:spPr>
          <a:xfrm>
            <a:off x="1413720" y="874800"/>
            <a:ext cx="9566280" cy="565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Vielen Dank für eure Aufmerksamkeit!</a:t>
            </a:r>
            <a:endParaRPr lang="de-DE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de-DE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LibreOffice/26.2.3.2$Linux_X86_64 LibreOffice_project/7d74455cffae7a589951233f185ae0303c082020</Application>
  <AppVersion>15.0000</AppVersion>
  <Words>69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2026-06-15T13:11:17Z</dcterms:created>
  <dc:creator>WIDNER Christoph, SchülerIn</dc:creator>
  <dc:description/>
  <dc:language>de-AT</dc:language>
  <cp:lastModifiedBy/>
  <dcterms:modified xsi:type="dcterms:W3CDTF">2026-06-17T10:41:46Z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Breitbild</vt:lpwstr>
  </property>
  <property fmtid="{D5CDD505-2E9C-101B-9397-08002B2CF9AE}" pid="3" name="Slides">
    <vt:i4>8</vt:i4>
  </property>
</Properties>
</file>