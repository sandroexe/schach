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elfoli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 defTabSz="914400">
              <a:lnSpc>
                <a:spcPct val="90000"/>
              </a:lnSpc>
              <a:buNone/>
              <a:defRPr lang="de-DE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ctr" defTabSz="914400">
              <a:lnSpc>
                <a:spcPct val="90000"/>
              </a:lnSpc>
              <a:buNone/>
            </a:pPr>
            <a:r>
              <a:rPr lang="de-DE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Mastertitelformat bearbeiten</a:t>
            </a:r>
            <a:endParaRPr lang="de-DE" sz="60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de-AT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de-AT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 </a:t>
            </a:r>
            <a:endParaRPr lang="de-A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de-A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de-A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de-AT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AT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D639E6C-1385-4EFE-9676-C6A9E3708518}" type="slidenum">
              <a:rPr lang="de-AT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7</a:t>
            </a:fld>
            <a:endParaRPr lang="de-A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de-DE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de-DE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Format des Gliederungstextes durch Klicken bearbeiten</a:t>
            </a:r>
            <a:endParaRPr lang="de-DE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Zweite Gliederungsebene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Dritte Gliederungsebene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Vierte Gliederungsebene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Fünfte Gliederungsebene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Sechste Gliederungsebene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Siebte Gliederungsebene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el und vertikaler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de-DE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de-DE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Mastertitelformat bearbeiten</a:t>
            </a:r>
            <a:endParaRPr lang="de-DE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de-DE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de-DE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de-DE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de-DE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Mastertextformat bearbeiten</a:t>
            </a:r>
            <a:endParaRPr lang="de-DE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Zweite Ebene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Dritte Ebene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Vierte Ebene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Fünfte Ebene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de-AT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de-AT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&lt;Datum/Uhrzeit&gt;</a:t>
            </a:r>
            <a:endParaRPr lang="de-A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de-A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de-A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AT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AT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551B0A0-FE63-4D5D-9C63-1F118D19FB81}" type="slidenum">
              <a:rPr lang="de-AT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&lt;Foliennummer&gt;</a:t>
            </a:fld>
            <a:endParaRPr lang="de-A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kaler Titel u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de-DE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de-DE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Mastertitelformat bearbeiten</a:t>
            </a:r>
            <a:endParaRPr lang="de-DE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de-DE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de-DE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de-DE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de-DE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Mastertextformat bearbeiten</a:t>
            </a:r>
            <a:endParaRPr lang="de-DE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Zweite Ebene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Dritte Ebene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Vierte Ebene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Fünfte Ebene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de-AT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de-AT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&lt;Datum/Uhrzeit&gt;</a:t>
            </a:r>
            <a:endParaRPr lang="de-A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de-A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de-A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AT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AT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D3155E8-B966-48DC-9BE8-A3F01BA1F51B}" type="slidenum">
              <a:rPr lang="de-AT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&lt;Foliennummer&gt;</a:t>
            </a:fld>
            <a:endParaRPr lang="de-A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el und Inha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de-DE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de-DE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Mastertitelformat bearbeiten</a:t>
            </a:r>
            <a:endParaRPr lang="de-DE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de-DE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de-DE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de-DE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de-DE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Mastertextformat bearbeiten</a:t>
            </a:r>
            <a:endParaRPr lang="de-DE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Zweite Ebene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Dritte Ebene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Vierte Ebene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Fünfte Ebene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de-AT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de-AT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&lt;Datum/Uhrzeit&gt;</a:t>
            </a:r>
            <a:endParaRPr lang="de-A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de-A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de-A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AT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AT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D859C11-C85B-4E61-A880-BA81149A8A2C}" type="slidenum">
              <a:rPr lang="de-AT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&lt;Foliennummer&gt;</a:t>
            </a:fld>
            <a:endParaRPr lang="de-A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Abschnitts-&#10;überschrif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de-DE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de-DE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Mastertitelformat bearbeiten</a:t>
            </a:r>
            <a:endParaRPr lang="de-DE" sz="60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de-DE" sz="24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24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Mastertextformat bearbeiten</a:t>
            </a:r>
            <a:endParaRPr lang="de-DE" sz="2400" b="0" u="none" strike="noStrike">
              <a:solidFill>
                <a:schemeClr val="dk1">
                  <a:tint val="82000"/>
                </a:schemeClr>
              </a:solidFill>
              <a:effectLst/>
              <a:uFillTx/>
              <a:latin typeface="Aptos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de-AT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de-AT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&lt;Datum/Uhrzeit&gt;</a:t>
            </a:r>
            <a:endParaRPr lang="de-A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de-A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de-A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AT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AT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09D7EDA-ED98-444E-9C9B-B2CC8BCEFFDC}" type="slidenum">
              <a:rPr lang="de-AT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&lt;Foliennummer&gt;</a:t>
            </a:fld>
            <a:endParaRPr lang="de-A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Zwei Inhalt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de-DE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de-DE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Mastertitelformat bearbeiten</a:t>
            </a:r>
            <a:endParaRPr lang="de-DE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de-DE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de-DE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de-DE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de-DE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Mastertextformat bearbeiten</a:t>
            </a:r>
            <a:endParaRPr lang="de-DE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Zweite Ebene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Dritte Ebene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Vierte Ebene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Fünfte Ebene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de-DE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de-DE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de-DE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de-DE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Mastertextformat bearbeiten</a:t>
            </a:r>
            <a:endParaRPr lang="de-DE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Zweite Ebene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Dritte Ebene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Vierte Ebene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Fünfte Ebene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de-AT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de-AT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&lt;Datum/Uhrzeit&gt;</a:t>
            </a:r>
            <a:endParaRPr lang="de-A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de-A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de-A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AT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AT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E238FCC-1CDC-40F2-A6CD-4EB6C96658B2}" type="slidenum">
              <a:rPr lang="de-AT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&lt;Foliennummer&gt;</a:t>
            </a:fld>
            <a:endParaRPr lang="de-A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Vergleich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de-DE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de-DE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Mastertitelformat bearbeiten</a:t>
            </a:r>
            <a:endParaRPr lang="de-DE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de-DE" sz="2400" b="1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24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Mastertextformat bearbeiten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de-DE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de-DE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de-DE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de-DE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Mastertextformat bearbeiten</a:t>
            </a:r>
            <a:endParaRPr lang="de-DE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de-DE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Zweite Ebene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Dritte Ebene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Vierte Ebene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Fünfte Ebene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de-DE" sz="2400" b="1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24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Mastertextformat bearbeiten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de-DE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de-DE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de-DE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de-DE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Mastertextformat bearbeiten</a:t>
            </a:r>
            <a:endParaRPr lang="de-DE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de-DE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Zweite Ebene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Dritte Ebene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Vierte Ebene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Fünfte Ebene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8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de-AT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de-AT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&lt;Datum/Uhrzeit&gt;</a:t>
            </a:r>
            <a:endParaRPr lang="de-A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de-A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de-A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AT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AT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9688654-6669-4887-BFFA-269322A974DD}" type="slidenum">
              <a:rPr lang="de-AT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&lt;Foliennummer&gt;</a:t>
            </a:fld>
            <a:endParaRPr lang="de-A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Nur Tite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de-DE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de-DE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Mastertitelformat bearbeiten</a:t>
            </a:r>
            <a:endParaRPr lang="de-DE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de-AT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de-AT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&lt;Datum/Uhrzeit&gt;</a:t>
            </a:r>
            <a:endParaRPr lang="de-A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de-A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de-A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AT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AT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51A2CC5-630B-4AC6-ACA1-6A6FEEA210EB}" type="slidenum">
              <a:rPr lang="de-AT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&lt;Foliennummer&gt;</a:t>
            </a:fld>
            <a:endParaRPr lang="de-A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e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de-AT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de-AT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&lt;Datum/Uhrzeit&gt;</a:t>
            </a:r>
            <a:endParaRPr lang="de-A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de-A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de-A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AT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AT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2500711-F846-4236-AC2C-AAC88634BC88}" type="slidenum">
              <a:rPr lang="de-AT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&lt;Foliennummer&gt;</a:t>
            </a:fld>
            <a:endParaRPr lang="de-A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nhalt mit Überschrif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de-DE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de-DE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Mastertitelformat bearbeiten</a:t>
            </a:r>
            <a:endParaRPr lang="de-DE" sz="32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de-DE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de-DE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de-DE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de-DE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Mastertextformat bearbeiten</a:t>
            </a:r>
            <a:endParaRPr lang="de-DE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Zweite Ebene</a:t>
            </a:r>
            <a:endParaRPr lang="de-DE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Dritte Ebene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Vierte Ebene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Fünfte Ebene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Mastertextformat bearbeiten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de-AT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de-AT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&lt;Datum/Uhrzeit&gt;</a:t>
            </a:r>
            <a:endParaRPr lang="de-A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de-A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de-A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AT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AT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D9ECA08-6FB4-4AE3-9EDF-4A1679920857}" type="slidenum">
              <a:rPr lang="de-AT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&lt;Foliennummer&gt;</a:t>
            </a:fld>
            <a:endParaRPr lang="de-A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ild mit Überschrif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de-DE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de-DE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Mastertitelformat bearbeiten</a:t>
            </a:r>
            <a:endParaRPr lang="de-DE" sz="32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7pPr>
          </a:lstStyle>
          <a:p>
            <a: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Format des Gliederungstextes durch Klicken bearbeiten</a:t>
            </a:r>
            <a:endParaRPr lang="de-DE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457200"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Zweite Gliederungsebene</a:t>
            </a:r>
            <a:endParaRPr lang="de-DE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914400"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Dritte Gliederungsebene</a:t>
            </a:r>
            <a:endParaRPr lang="de-DE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371600"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Vierte Gliederungsebene</a:t>
            </a:r>
            <a:endParaRPr lang="de-DE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828800"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Fünfte Gliederungsebene</a:t>
            </a:r>
            <a:endParaRPr lang="de-DE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0"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Sechste Gliederungsebene</a:t>
            </a:r>
            <a:endParaRPr lang="de-DE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743200"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Siebte Gliederungsebene</a:t>
            </a:r>
            <a:endParaRPr lang="de-DE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Mastertextformat bearbeiten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de-AT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de-AT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&lt;Datum/Uhrzeit&gt;</a:t>
            </a:r>
            <a:endParaRPr lang="de-A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de-A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de-A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AT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AT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0D5BB64-9A8E-40D7-88ED-8F5A1A00F640}" type="slidenum">
              <a:rPr lang="de-AT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&lt;Foliennummer&gt;</a:t>
            </a:fld>
            <a:endParaRPr lang="de-A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slideLayout" Target="../slideLayouts/slideLayout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0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639000" y="639360"/>
            <a:ext cx="3571560" cy="3573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de-DE" sz="66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Schach Spiel </a:t>
            </a:r>
            <a:endParaRPr lang="de-DE" sz="66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subTitle"/>
          </p:nvPr>
        </p:nvSpPr>
        <p:spPr>
          <a:xfrm>
            <a:off x="639000" y="4631040"/>
            <a:ext cx="3571560" cy="1558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Von Sandro Exenberger und Christoph Widner </a:t>
            </a:r>
            <a:endParaRPr lang="de-AT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63" name="sketch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3320" y="4409280"/>
            <a:ext cx="3254760" cy="18000"/>
          </a:xfrm>
          <a:custGeom>
            <a:avLst/>
            <a:gdLst>
              <a:gd name="textAreaLeft" fmla="*/ 0 w 3254760"/>
              <a:gd name="textAreaRight" fmla="*/ 3255120 w 3254760"/>
              <a:gd name="textAreaTop" fmla="*/ 0 h 18000"/>
              <a:gd name="textAreaBottom" fmla="*/ 18360 h 18000"/>
              <a:gd name="GluePoint1X" fmla="*/ 0 w 3255095"/>
              <a:gd name="GluePoint1Y" fmla="*/ 0 h 18288"/>
              <a:gd name="GluePoint2X" fmla="*/ 618468 w 3255095"/>
              <a:gd name="GluePoint2Y" fmla="*/ 0 h 18288"/>
              <a:gd name="GluePoint3X" fmla="*/ 1269487 w 3255095"/>
              <a:gd name="GluePoint3Y" fmla="*/ 0 h 18288"/>
              <a:gd name="GluePoint4X" fmla="*/ 1953057 w 3255095"/>
              <a:gd name="GluePoint4Y" fmla="*/ 0 h 18288"/>
              <a:gd name="GluePoint5X" fmla="*/ 2636627 w 3255095"/>
              <a:gd name="GluePoint5Y" fmla="*/ 0 h 18288"/>
              <a:gd name="GluePoint6X" fmla="*/ 3255095 w 3255095"/>
              <a:gd name="GluePoint6Y" fmla="*/ 0 h 18288"/>
              <a:gd name="GluePoint7X" fmla="*/ 3255095 w 3255095"/>
              <a:gd name="GluePoint7Y" fmla="*/ 18288 h 18288"/>
              <a:gd name="GluePoint8X" fmla="*/ 2538974 w 3255095"/>
              <a:gd name="GluePoint8Y" fmla="*/ 18288 h 18288"/>
              <a:gd name="GluePoint9X" fmla="*/ 1822853 w 3255095"/>
              <a:gd name="GluePoint9Y" fmla="*/ 18288 h 18288"/>
              <a:gd name="GluePoint10X" fmla="*/ 1171834 w 3255095"/>
              <a:gd name="GluePoint10Y" fmla="*/ 18288 h 18288"/>
              <a:gd name="GluePoint11X" fmla="*/ 0 w 3255095"/>
              <a:gd name="GluePoint11Y" fmla="*/ 18288 h 18288"/>
              <a:gd name="GluePoint12X" fmla="*/ 0 w 3255095"/>
              <a:gd name="GluePoint12Y" fmla="*/ 0 h 18288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</a:cxnLst>
            <a:rect l="textAreaLeft" t="textAreaTop" r="textAreaRight" b="textAreaBottom"/>
            <a:pathLst>
              <a:path fill="none" w="3255095" h="18288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stroke="0" w="3255095" h="18288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w="38100">
            <a:solidFill>
              <a:srgbClr val="E97132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-26640" rIns="90000" bIns="-26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64" name="Grafik 4"/>
          <p:cNvPicPr/>
          <p:nvPr/>
        </p:nvPicPr>
        <p:blipFill>
          <a:blip r:embed="rId1"/>
          <a:stretch/>
        </p:blipFill>
        <p:spPr>
          <a:xfrm>
            <a:off x="4654440" y="655560"/>
            <a:ext cx="7214400" cy="55188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de-DE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Agenda</a:t>
            </a:r>
            <a:endParaRPr lang="de-DE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de-DE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Was haben wir umgesetzt?</a:t>
            </a:r>
            <a:endParaRPr lang="de-DE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de-DE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Funktion inkl. Live Demo</a:t>
            </a:r>
            <a:endParaRPr lang="de-DE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de-DE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Code Beispiel Christoph</a:t>
            </a:r>
            <a:endParaRPr lang="de-DE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de-DE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Code Beispiel Sandro</a:t>
            </a:r>
            <a:endParaRPr lang="de-DE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de-DE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Unsere Issues</a:t>
            </a:r>
            <a:endParaRPr lang="de-DE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</a:pPr>
            <a:endParaRPr lang="de-DE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ectangle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1295280" y="669960"/>
            <a:ext cx="4800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de-DE" sz="4400" b="0" u="none" strike="noStrike">
                <a:solidFill>
                  <a:schemeClr val="lt1"/>
                </a:solidFill>
                <a:effectLst/>
                <a:uFillTx/>
                <a:latin typeface="Aptos Display"/>
              </a:rPr>
              <a:t>Was haben wir umgesetzt? </a:t>
            </a:r>
            <a:endParaRPr lang="de-DE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cxnSp>
        <p:nvCxnSpPr>
          <p:cNvPr id="69" name="Straight Connector 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H="1">
            <a:off x="0" y="2026080"/>
            <a:ext cx="6096240" cy="360"/>
          </a:xfrm>
          <a:prstGeom prst="straightConnector1">
            <a:avLst/>
          </a:prstGeom>
          <a:ln>
            <a:solidFill>
              <a:srgbClr val="E97132"/>
            </a:solidFill>
          </a:ln>
        </p:spPr>
      </p:cxnSp>
      <p:sp>
        <p:nvSpPr>
          <p:cNvPr id="70" name="PlaceHolder 2"/>
          <p:cNvSpPr>
            <a:spLocks noGrp="1"/>
          </p:cNvSpPr>
          <p:nvPr>
            <p:ph/>
          </p:nvPr>
        </p:nvSpPr>
        <p:spPr>
          <a:xfrm>
            <a:off x="1295280" y="2288880"/>
            <a:ext cx="4800240" cy="3711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lang="de-DE" sz="2000" b="0" u="none" strike="noStrike">
                <a:solidFill>
                  <a:schemeClr val="lt1"/>
                </a:solidFill>
                <a:effectLst/>
                <a:uFillTx/>
                <a:latin typeface="Aptos"/>
              </a:rPr>
              <a:t>GUI mittels tkinter</a:t>
            </a:r>
            <a:r>
              <a:rPr lang="de-DE" sz="2000" b="0" u="none" strike="noStrike">
                <a:solidFill>
                  <a:schemeClr val="lt1"/>
                </a:solidFill>
                <a:effectLst/>
                <a:uFillTx/>
                <a:latin typeface="Aptos"/>
              </a:rPr>
              <a:t>	</a:t>
            </a:r>
            <a:r>
              <a:rPr lang="de-DE" sz="2000" b="0" u="none" strike="noStrike">
                <a:solidFill>
                  <a:schemeClr val="lt1"/>
                </a:solidFill>
                <a:effectLst/>
                <a:uFillTx/>
                <a:latin typeface="Aptos"/>
              </a:rPr>
              <a:t>	</a:t>
            </a:r>
            <a:r>
              <a:rPr lang="de-DE" sz="2000" b="0" u="none" strike="noStrike">
                <a:solidFill>
                  <a:schemeClr val="lt1"/>
                </a:solidFill>
                <a:effectLst/>
                <a:uFillTx/>
                <a:latin typeface="Aptos"/>
              </a:rPr>
              <a:t>	</a:t>
            </a:r>
            <a:r>
              <a:rPr lang="de-DE" sz="2000" b="0" u="none" strike="noStrike">
                <a:solidFill>
                  <a:schemeClr val="lt1"/>
                </a:solidFill>
                <a:effectLst/>
                <a:uFillTx/>
                <a:latin typeface="Aptos"/>
              </a:rPr>
              <a:t>(Christoph)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lang="de-DE" sz="2000" b="0" u="none" strike="noStrike">
                <a:solidFill>
                  <a:schemeClr val="lt1"/>
                </a:solidFill>
                <a:effectLst/>
                <a:uFillTx/>
                <a:latin typeface="Aptos"/>
              </a:rPr>
              <a:t>Multiplayer Funktion (1 vs 1)</a:t>
            </a:r>
            <a:r>
              <a:rPr lang="de-DE" sz="2000" b="0" u="none" strike="noStrike">
                <a:solidFill>
                  <a:schemeClr val="lt1"/>
                </a:solidFill>
                <a:effectLst/>
                <a:uFillTx/>
                <a:latin typeface="Aptos"/>
              </a:rPr>
              <a:t>	</a:t>
            </a:r>
            <a:r>
              <a:rPr lang="de-DE" sz="2000" b="0" u="none" strike="noStrike">
                <a:solidFill>
                  <a:schemeClr val="lt1"/>
                </a:solidFill>
                <a:effectLst/>
                <a:uFillTx/>
                <a:latin typeface="Aptos"/>
              </a:rPr>
              <a:t>	</a:t>
            </a:r>
            <a:r>
              <a:rPr lang="de-DE" sz="2000" b="0" u="none" strike="noStrike">
                <a:solidFill>
                  <a:schemeClr val="lt1"/>
                </a:solidFill>
                <a:effectLst/>
                <a:uFillTx/>
                <a:latin typeface="Aptos"/>
              </a:rPr>
              <a:t>(Sandro)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</a:pPr>
            <a:endParaRPr lang="de-DE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pic>
        <p:nvPicPr>
          <p:cNvPr id="71" name="Grafik 6"/>
          <p:cNvPicPr/>
          <p:nvPr/>
        </p:nvPicPr>
        <p:blipFill>
          <a:blip r:embed="rId1"/>
          <a:stretch/>
        </p:blipFill>
        <p:spPr>
          <a:xfrm>
            <a:off x="6761160" y="370080"/>
            <a:ext cx="3356280" cy="2784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2" name="Rectangle 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31760" y="182880"/>
            <a:ext cx="3996000" cy="3177000"/>
          </a:xfrm>
          <a:prstGeom prst="rect">
            <a:avLst/>
          </a:prstGeom>
          <a:noFill/>
          <a:ln w="12700">
            <a:solidFill>
              <a:srgbClr val="E9713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73" name="Grafik 4"/>
          <p:cNvPicPr/>
          <p:nvPr/>
        </p:nvPicPr>
        <p:blipFill>
          <a:blip r:embed="rId2"/>
          <a:stretch/>
        </p:blipFill>
        <p:spPr>
          <a:xfrm>
            <a:off x="8038800" y="3758760"/>
            <a:ext cx="3588120" cy="2727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4" name="Rectangle 1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824960" y="3543120"/>
            <a:ext cx="3996000" cy="3177000"/>
          </a:xfrm>
          <a:prstGeom prst="rect">
            <a:avLst/>
          </a:prstGeom>
          <a:noFill/>
          <a:ln w="12700">
            <a:solidFill>
              <a:srgbClr val="E9713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5" name="Rectangle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20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76" name="Rectangle 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0" y="360"/>
            <a:ext cx="12191760" cy="1575720"/>
          </a:xfrm>
          <a:prstGeom prst="rect">
            <a:avLst/>
          </a:prstGeom>
          <a:gradFill rotWithShape="0">
            <a:gsLst>
              <a:gs pos="0">
                <a:srgbClr val="0B3041"/>
              </a:gs>
              <a:gs pos="100000">
                <a:srgbClr val="104862"/>
              </a:gs>
            </a:gsLst>
            <a:lin ang="2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77" name="Rectangle 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 rot="10800000">
            <a:off x="8129160" y="360"/>
            <a:ext cx="4062960" cy="1576080"/>
          </a:xfrm>
          <a:prstGeom prst="rect">
            <a:avLst/>
          </a:prstGeom>
          <a:gradFill rotWithShape="0">
            <a:gsLst>
              <a:gs pos="19000">
                <a:srgbClr val="0B3041">
                  <a:alpha val="68000"/>
                </a:srgbClr>
              </a:gs>
              <a:gs pos="100000">
                <a:srgbClr val="156082">
                  <a:alpha val="79000"/>
                </a:srgbClr>
              </a:gs>
            </a:gsLst>
            <a:lin ang="2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78" name="Rectangle 1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5308200" y="-5307840"/>
            <a:ext cx="1576080" cy="12191760"/>
          </a:xfrm>
          <a:prstGeom prst="rect">
            <a:avLst/>
          </a:prstGeom>
          <a:gradFill rotWithShape="0"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68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79" name="Rectangle 1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825360" y="1080"/>
            <a:ext cx="4303080" cy="1575000"/>
          </a:xfrm>
          <a:prstGeom prst="rect">
            <a:avLst/>
          </a:prstGeom>
          <a:gradFill rotWithShape="0">
            <a:gsLst>
              <a:gs pos="0">
                <a:srgbClr val="156082">
                  <a:alpha val="17000"/>
                </a:srgbClr>
              </a:gs>
              <a:gs pos="74000">
                <a:srgbClr val="0B3041">
                  <a:alpha val="0"/>
                </a:srgbClr>
              </a:gs>
            </a:gsLst>
            <a:lin ang="14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699840" y="353160"/>
            <a:ext cx="7090920" cy="898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4000" b="0" u="none" strike="noStrike">
                <a:solidFill>
                  <a:srgbClr val="FFFFFF"/>
                </a:solidFill>
                <a:effectLst/>
                <a:uFillTx/>
                <a:latin typeface="Aptos Display"/>
              </a:rPr>
              <a:t>Funktionsvorstellung</a:t>
            </a:r>
            <a:endParaRPr lang="de-DE" sz="40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pic>
        <p:nvPicPr>
          <p:cNvPr id="81" name="Grafik 4"/>
          <p:cNvPicPr/>
          <p:nvPr/>
        </p:nvPicPr>
        <p:blipFill>
          <a:blip r:embed="rId1"/>
          <a:stretch/>
        </p:blipFill>
        <p:spPr>
          <a:xfrm>
            <a:off x="715680" y="2193480"/>
            <a:ext cx="5130720" cy="397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2" name="Inhaltsplatzhalter 6"/>
          <p:cNvPicPr/>
          <p:nvPr/>
        </p:nvPicPr>
        <p:blipFill>
          <a:blip r:embed="rId2"/>
          <a:stretch/>
        </p:blipFill>
        <p:spPr>
          <a:xfrm>
            <a:off x="6345000" y="2217960"/>
            <a:ext cx="4840920" cy="39974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3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84" name="Rectangle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 rot="10800000">
            <a:off x="360" y="360"/>
            <a:ext cx="12191760" cy="1575720"/>
          </a:xfrm>
          <a:prstGeom prst="rect">
            <a:avLst/>
          </a:prstGeom>
          <a:gradFill rotWithShape="0">
            <a:gsLst>
              <a:gs pos="0">
                <a:srgbClr val="000000">
                  <a:alpha val="96000"/>
                </a:srgbClr>
              </a:gs>
              <a:gs pos="100000">
                <a:srgbClr val="104862"/>
              </a:gs>
            </a:gsLst>
            <a:lin ang="156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85" name="Rectangle 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8128440" cy="1575000"/>
          </a:xfrm>
          <a:prstGeom prst="rect">
            <a:avLst/>
          </a:prstGeom>
          <a:gradFill rotWithShape="0">
            <a:gsLst>
              <a:gs pos="0">
                <a:srgbClr val="156082">
                  <a:alpha val="41000"/>
                </a:srgbClr>
              </a:gs>
              <a:gs pos="74000">
                <a:srgbClr val="46B1E1">
                  <a:alpha val="0"/>
                </a:srgbClr>
              </a:gs>
            </a:gsLst>
            <a:lin ang="8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86" name="Rectangle 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0" y="0"/>
            <a:ext cx="12191760" cy="1573920"/>
          </a:xfrm>
          <a:prstGeom prst="rect">
            <a:avLst/>
          </a:prstGeom>
          <a:gradFill rotWithShape="0">
            <a:gsLst>
              <a:gs pos="0">
                <a:srgbClr val="000000">
                  <a:alpha val="63000"/>
                </a:srgbClr>
              </a:gs>
              <a:gs pos="78000">
                <a:srgbClr val="156082">
                  <a:alpha val="15000"/>
                </a:srgbClr>
              </a:gs>
            </a:gsLst>
            <a:lin ang="168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699840" y="248040"/>
            <a:ext cx="7063200" cy="1158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4000" b="0" u="none" strike="noStrike">
                <a:solidFill>
                  <a:srgbClr val="FFFFFF"/>
                </a:solidFill>
                <a:effectLst/>
                <a:uFillTx/>
                <a:latin typeface="Aptos Display"/>
              </a:rPr>
              <a:t>Code Beispiel Christoph</a:t>
            </a:r>
            <a:endParaRPr lang="de-DE" sz="40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8572320" y="390960"/>
            <a:ext cx="3233160" cy="873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Bauerntransformation 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pic>
        <p:nvPicPr>
          <p:cNvPr id="89" name="Grafik 4"/>
          <p:cNvPicPr/>
          <p:nvPr/>
        </p:nvPicPr>
        <p:blipFill>
          <a:blip r:embed="rId1"/>
          <a:stretch/>
        </p:blipFill>
        <p:spPr>
          <a:xfrm>
            <a:off x="432360" y="2127600"/>
            <a:ext cx="11327040" cy="41292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de-DE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Code Beispiel Sandro</a:t>
            </a:r>
            <a:endParaRPr lang="de-DE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</a:pPr>
            <a:endParaRPr lang="de-DE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de-DE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Unsere Issues</a:t>
            </a:r>
            <a:endParaRPr lang="de-DE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pic>
        <p:nvPicPr>
          <p:cNvPr id="93" name="Inhaltsplatzhalter 4"/>
          <p:cNvPicPr/>
          <p:nvPr/>
        </p:nvPicPr>
        <p:blipFill>
          <a:blip r:embed="rId1"/>
          <a:stretch/>
        </p:blipFill>
        <p:spPr>
          <a:xfrm>
            <a:off x="838080" y="1453320"/>
            <a:ext cx="4330080" cy="4350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4" name="Grafik 8"/>
          <p:cNvPicPr/>
          <p:nvPr/>
        </p:nvPicPr>
        <p:blipFill>
          <a:blip r:embed="rId2"/>
          <a:stretch/>
        </p:blipFill>
        <p:spPr>
          <a:xfrm>
            <a:off x="5400000" y="3420000"/>
            <a:ext cx="6570360" cy="359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5" name=""/>
          <p:cNvPicPr/>
          <p:nvPr/>
        </p:nvPicPr>
        <p:blipFill>
          <a:blip r:embed="rId3"/>
          <a:stretch/>
        </p:blipFill>
        <p:spPr>
          <a:xfrm>
            <a:off x="5400000" y="2520000"/>
            <a:ext cx="6520320" cy="3859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de-DE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Vielen Dank für eure Aufmerksamkeit!</a:t>
            </a:r>
            <a:endParaRPr lang="de-DE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</a:pPr>
            <a:endParaRPr lang="de-DE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Application>LibreOffice/26.2.3.2$Linux_X86_64 LibreOffice_project/7d74455cffae7a589951233f185ae0303c082020</Application>
  <AppVersion>15.0000</AppVersion>
  <Words>69</Words>
  <Paragraphs>17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2026-06-15T13:11:17Z</dcterms:created>
  <dc:creator>WIDNER Christoph, SchülerIn</dc:creator>
  <dc:description/>
  <dc:language>de-AT</dc:language>
  <cp:lastModifiedBy/>
  <dcterms:modified xsi:type="dcterms:W3CDTF">2026-06-17T10:23:53Z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Breitbild</vt:lpwstr>
  </property>
  <property fmtid="{D5CDD505-2E9C-101B-9397-08002B2CF9AE}" pid="3" name="Slides">
    <vt:i4>8</vt:i4>
  </property>
</Properties>
</file>